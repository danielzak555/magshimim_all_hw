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57" d="100"/>
          <a:sy n="57" d="100"/>
        </p:scale>
        <p:origin x="82" y="8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1B5024-E69F-4CE1-B02F-89EF9CB0E1DB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2BCF24-B790-4628-BEFC-474293D2F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079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2F59E-3C5C-4B38-A562-240454AF2B37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519BB-33FD-4E33-A4F5-D09C1E01B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230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2F59E-3C5C-4B38-A562-240454AF2B37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519BB-33FD-4E33-A4F5-D09C1E01B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892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2F59E-3C5C-4B38-A562-240454AF2B37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519BB-33FD-4E33-A4F5-D09C1E01B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4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2F59E-3C5C-4B38-A562-240454AF2B37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519BB-33FD-4E33-A4F5-D09C1E01B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435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2F59E-3C5C-4B38-A562-240454AF2B37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519BB-33FD-4E33-A4F5-D09C1E01B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575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2F59E-3C5C-4B38-A562-240454AF2B37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519BB-33FD-4E33-A4F5-D09C1E01B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640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2F59E-3C5C-4B38-A562-240454AF2B37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519BB-33FD-4E33-A4F5-D09C1E01B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160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2F59E-3C5C-4B38-A562-240454AF2B37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519BB-33FD-4E33-A4F5-D09C1E01B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351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2F59E-3C5C-4B38-A562-240454AF2B37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519BB-33FD-4E33-A4F5-D09C1E01B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880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2F59E-3C5C-4B38-A562-240454AF2B37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519BB-33FD-4E33-A4F5-D09C1E01B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565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2F59E-3C5C-4B38-A562-240454AF2B37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519BB-33FD-4E33-A4F5-D09C1E01B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788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72F59E-3C5C-4B38-A562-240454AF2B37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519BB-33FD-4E33-A4F5-D09C1E01B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709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ttps://conceptdraw.com/a1785c3/p18/preview/640/pict--router-computers-and-network-isometric---vector-stencils-library.png--diagram-flowchart-example.png">
            <a:extLst>
              <a:ext uri="{FF2B5EF4-FFF2-40B4-BE49-F238E27FC236}">
                <a16:creationId xmlns:a16="http://schemas.microsoft.com/office/drawing/2014/main" id="{DB59E391-0103-4399-B1C1-4C9C5FB0F1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86" t="30428" r="27552" b="29696"/>
          <a:stretch/>
        </p:blipFill>
        <p:spPr bwMode="auto">
          <a:xfrm flipH="1">
            <a:off x="7031651" y="2884733"/>
            <a:ext cx="1561019" cy="108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https://conceptdraw.com/a1785c3/p18/preview/640/pict--router-computers-and-network-isometric---vector-stencils-library.png--diagram-flowchart-example.png">
            <a:extLst>
              <a:ext uri="{FF2B5EF4-FFF2-40B4-BE49-F238E27FC236}">
                <a16:creationId xmlns:a16="http://schemas.microsoft.com/office/drawing/2014/main" id="{6C65432C-EEA1-489D-B210-87743921BC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86" t="30428" r="27552" b="29696"/>
          <a:stretch/>
        </p:blipFill>
        <p:spPr bwMode="auto">
          <a:xfrm flipH="1">
            <a:off x="3599331" y="2884733"/>
            <a:ext cx="1561019" cy="108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19">
            <a:extLst>
              <a:ext uri="{FF2B5EF4-FFF2-40B4-BE49-F238E27FC236}">
                <a16:creationId xmlns:a16="http://schemas.microsoft.com/office/drawing/2014/main" id="{F911A141-F7F3-44B0-9F20-D270129ED848}"/>
              </a:ext>
            </a:extLst>
          </p:cNvPr>
          <p:cNvGrpSpPr/>
          <p:nvPr/>
        </p:nvGrpSpPr>
        <p:grpSpPr>
          <a:xfrm rot="10800000">
            <a:off x="8592670" y="1264022"/>
            <a:ext cx="1561018" cy="3945819"/>
            <a:chOff x="8826294" y="3225919"/>
            <a:chExt cx="2268802" cy="3035379"/>
          </a:xfrm>
        </p:grpSpPr>
        <p:grpSp>
          <p:nvGrpSpPr>
            <p:cNvPr id="6" name="Group 11">
              <a:extLst>
                <a:ext uri="{FF2B5EF4-FFF2-40B4-BE49-F238E27FC236}">
                  <a16:creationId xmlns:a16="http://schemas.microsoft.com/office/drawing/2014/main" id="{72CBD653-DAF0-44D7-A94B-81A58467943D}"/>
                </a:ext>
              </a:extLst>
            </p:cNvPr>
            <p:cNvGrpSpPr/>
            <p:nvPr/>
          </p:nvGrpSpPr>
          <p:grpSpPr>
            <a:xfrm>
              <a:off x="8826294" y="3225919"/>
              <a:ext cx="1035050" cy="3035379"/>
              <a:chOff x="1663700" y="2628822"/>
              <a:chExt cx="1035050" cy="3035379"/>
            </a:xfrm>
          </p:grpSpPr>
          <p:cxnSp>
            <p:nvCxnSpPr>
              <p:cNvPr id="8" name="Straight Connector 12">
                <a:extLst>
                  <a:ext uri="{FF2B5EF4-FFF2-40B4-BE49-F238E27FC236}">
                    <a16:creationId xmlns:a16="http://schemas.microsoft.com/office/drawing/2014/main" id="{62182E1E-6AB1-4DD8-B954-26B436FAF738}"/>
                  </a:ext>
                </a:extLst>
              </p:cNvPr>
              <p:cNvCxnSpPr/>
              <p:nvPr/>
            </p:nvCxnSpPr>
            <p:spPr>
              <a:xfrm flipV="1">
                <a:off x="1663700" y="2628822"/>
                <a:ext cx="1035050" cy="12778"/>
              </a:xfrm>
              <a:prstGeom prst="line">
                <a:avLst/>
              </a:prstGeom>
              <a:ln w="381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13">
                <a:extLst>
                  <a:ext uri="{FF2B5EF4-FFF2-40B4-BE49-F238E27FC236}">
                    <a16:creationId xmlns:a16="http://schemas.microsoft.com/office/drawing/2014/main" id="{6244A56D-DD93-4F9C-B210-546175041FA7}"/>
                  </a:ext>
                </a:extLst>
              </p:cNvPr>
              <p:cNvCxnSpPr/>
              <p:nvPr/>
            </p:nvCxnSpPr>
            <p:spPr>
              <a:xfrm>
                <a:off x="1670050" y="5664201"/>
                <a:ext cx="1028700" cy="0"/>
              </a:xfrm>
              <a:prstGeom prst="line">
                <a:avLst/>
              </a:prstGeom>
              <a:ln w="381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14">
                <a:extLst>
                  <a:ext uri="{FF2B5EF4-FFF2-40B4-BE49-F238E27FC236}">
                    <a16:creationId xmlns:a16="http://schemas.microsoft.com/office/drawing/2014/main" id="{7A5E98BF-15E4-4CB2-91A1-E7CBE010334B}"/>
                  </a:ext>
                </a:extLst>
              </p:cNvPr>
              <p:cNvCxnSpPr/>
              <p:nvPr/>
            </p:nvCxnSpPr>
            <p:spPr>
              <a:xfrm flipV="1">
                <a:off x="2679700" y="2628900"/>
                <a:ext cx="0" cy="3022600"/>
              </a:xfrm>
              <a:prstGeom prst="line">
                <a:avLst/>
              </a:prstGeom>
              <a:ln w="381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Connector 15">
              <a:extLst>
                <a:ext uri="{FF2B5EF4-FFF2-40B4-BE49-F238E27FC236}">
                  <a16:creationId xmlns:a16="http://schemas.microsoft.com/office/drawing/2014/main" id="{AB0510CE-1244-4AEC-A051-F7E8759EEB92}"/>
                </a:ext>
              </a:extLst>
            </p:cNvPr>
            <p:cNvCxnSpPr/>
            <p:nvPr/>
          </p:nvCxnSpPr>
          <p:spPr>
            <a:xfrm>
              <a:off x="8832644" y="4705350"/>
              <a:ext cx="2262452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9">
            <a:extLst>
              <a:ext uri="{FF2B5EF4-FFF2-40B4-BE49-F238E27FC236}">
                <a16:creationId xmlns:a16="http://schemas.microsoft.com/office/drawing/2014/main" id="{95F6B9B3-CE06-4241-9ADF-3F8F2C935E77}"/>
              </a:ext>
            </a:extLst>
          </p:cNvPr>
          <p:cNvGrpSpPr/>
          <p:nvPr/>
        </p:nvGrpSpPr>
        <p:grpSpPr>
          <a:xfrm>
            <a:off x="2119778" y="1456090"/>
            <a:ext cx="1561018" cy="3945819"/>
            <a:chOff x="8826294" y="3225919"/>
            <a:chExt cx="2268802" cy="3035379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9A6947C-369F-47F6-AD06-D7A37FCCD0EF}"/>
                </a:ext>
              </a:extLst>
            </p:cNvPr>
            <p:cNvGrpSpPr/>
            <p:nvPr/>
          </p:nvGrpSpPr>
          <p:grpSpPr>
            <a:xfrm>
              <a:off x="8826294" y="3225919"/>
              <a:ext cx="1035050" cy="3035379"/>
              <a:chOff x="1663700" y="2628822"/>
              <a:chExt cx="1035050" cy="3035379"/>
            </a:xfrm>
          </p:grpSpPr>
          <p:cxnSp>
            <p:nvCxnSpPr>
              <p:cNvPr id="14" name="Straight Connector 12">
                <a:extLst>
                  <a:ext uri="{FF2B5EF4-FFF2-40B4-BE49-F238E27FC236}">
                    <a16:creationId xmlns:a16="http://schemas.microsoft.com/office/drawing/2014/main" id="{503EE151-4D88-4CE8-A57F-F3A67D9280C2}"/>
                  </a:ext>
                </a:extLst>
              </p:cNvPr>
              <p:cNvCxnSpPr/>
              <p:nvPr/>
            </p:nvCxnSpPr>
            <p:spPr>
              <a:xfrm flipV="1">
                <a:off x="1663700" y="2628822"/>
                <a:ext cx="1035050" cy="12778"/>
              </a:xfrm>
              <a:prstGeom prst="line">
                <a:avLst/>
              </a:prstGeom>
              <a:ln w="381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3">
                <a:extLst>
                  <a:ext uri="{FF2B5EF4-FFF2-40B4-BE49-F238E27FC236}">
                    <a16:creationId xmlns:a16="http://schemas.microsoft.com/office/drawing/2014/main" id="{3FEC7E42-8CEB-400D-A584-DD81198F6E18}"/>
                  </a:ext>
                </a:extLst>
              </p:cNvPr>
              <p:cNvCxnSpPr/>
              <p:nvPr/>
            </p:nvCxnSpPr>
            <p:spPr>
              <a:xfrm>
                <a:off x="1670050" y="5664201"/>
                <a:ext cx="1028700" cy="0"/>
              </a:xfrm>
              <a:prstGeom prst="line">
                <a:avLst/>
              </a:prstGeom>
              <a:ln w="381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4">
                <a:extLst>
                  <a:ext uri="{FF2B5EF4-FFF2-40B4-BE49-F238E27FC236}">
                    <a16:creationId xmlns:a16="http://schemas.microsoft.com/office/drawing/2014/main" id="{0719BC1E-0D78-47D9-96B6-7E4B1009E3F2}"/>
                  </a:ext>
                </a:extLst>
              </p:cNvPr>
              <p:cNvCxnSpPr/>
              <p:nvPr/>
            </p:nvCxnSpPr>
            <p:spPr>
              <a:xfrm flipV="1">
                <a:off x="2679700" y="2628900"/>
                <a:ext cx="0" cy="3022600"/>
              </a:xfrm>
              <a:prstGeom prst="line">
                <a:avLst/>
              </a:prstGeom>
              <a:ln w="381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" name="Straight Connector 15">
              <a:extLst>
                <a:ext uri="{FF2B5EF4-FFF2-40B4-BE49-F238E27FC236}">
                  <a16:creationId xmlns:a16="http://schemas.microsoft.com/office/drawing/2014/main" id="{C83B3644-102C-460C-A4B7-11CF738FCECC}"/>
                </a:ext>
              </a:extLst>
            </p:cNvPr>
            <p:cNvCxnSpPr/>
            <p:nvPr/>
          </p:nvCxnSpPr>
          <p:spPr>
            <a:xfrm>
              <a:off x="8832644" y="4705350"/>
              <a:ext cx="2262452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8">
            <a:extLst>
              <a:ext uri="{FF2B5EF4-FFF2-40B4-BE49-F238E27FC236}">
                <a16:creationId xmlns:a16="http://schemas.microsoft.com/office/drawing/2014/main" id="{EB058854-DFA8-4CB2-8F4E-EBF8085E12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2"/>
          <a:stretch/>
        </p:blipFill>
        <p:spPr bwMode="auto">
          <a:xfrm flipH="1">
            <a:off x="10236369" y="860230"/>
            <a:ext cx="951548" cy="999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8">
            <a:extLst>
              <a:ext uri="{FF2B5EF4-FFF2-40B4-BE49-F238E27FC236}">
                <a16:creationId xmlns:a16="http://schemas.microsoft.com/office/drawing/2014/main" id="{A66E416C-B7AE-472F-8E29-0DCF3EE8B21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2"/>
          <a:stretch/>
        </p:blipFill>
        <p:spPr bwMode="auto">
          <a:xfrm flipH="1">
            <a:off x="1166046" y="2879293"/>
            <a:ext cx="951548" cy="999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8">
            <a:extLst>
              <a:ext uri="{FF2B5EF4-FFF2-40B4-BE49-F238E27FC236}">
                <a16:creationId xmlns:a16="http://schemas.microsoft.com/office/drawing/2014/main" id="{41203A9C-F770-4963-8875-C7515C16F71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2"/>
          <a:stretch/>
        </p:blipFill>
        <p:spPr bwMode="auto">
          <a:xfrm flipH="1">
            <a:off x="1155124" y="861021"/>
            <a:ext cx="951548" cy="999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8">
            <a:extLst>
              <a:ext uri="{FF2B5EF4-FFF2-40B4-BE49-F238E27FC236}">
                <a16:creationId xmlns:a16="http://schemas.microsoft.com/office/drawing/2014/main" id="{C0578971-4B87-4A08-AFC4-81063AE8D4C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2"/>
          <a:stretch/>
        </p:blipFill>
        <p:spPr bwMode="auto">
          <a:xfrm flipH="1">
            <a:off x="10221176" y="4630096"/>
            <a:ext cx="951548" cy="999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8">
            <a:extLst>
              <a:ext uri="{FF2B5EF4-FFF2-40B4-BE49-F238E27FC236}">
                <a16:creationId xmlns:a16="http://schemas.microsoft.com/office/drawing/2014/main" id="{838B92C2-20E0-4D60-A47F-06DF7B2C18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2"/>
          <a:stretch/>
        </p:blipFill>
        <p:spPr bwMode="auto">
          <a:xfrm flipH="1">
            <a:off x="10236369" y="2745163"/>
            <a:ext cx="951548" cy="999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8">
            <a:extLst>
              <a:ext uri="{FF2B5EF4-FFF2-40B4-BE49-F238E27FC236}">
                <a16:creationId xmlns:a16="http://schemas.microsoft.com/office/drawing/2014/main" id="{B9DB03B8-E687-4926-8A09-6200A2712CF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2"/>
          <a:stretch/>
        </p:blipFill>
        <p:spPr bwMode="auto">
          <a:xfrm flipH="1">
            <a:off x="1156403" y="4901936"/>
            <a:ext cx="951548" cy="999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8" name="Straight Connector 37">
            <a:extLst>
              <a:ext uri="{FF2B5EF4-FFF2-40B4-BE49-F238E27FC236}">
                <a16:creationId xmlns:a16="http://schemas.microsoft.com/office/drawing/2014/main" id="{FE9D57B0-375A-44FB-A1B4-4823CE724858}"/>
              </a:ext>
            </a:extLst>
          </p:cNvPr>
          <p:cNvCxnSpPr>
            <a:cxnSpLocks/>
          </p:cNvCxnSpPr>
          <p:nvPr/>
        </p:nvCxnSpPr>
        <p:spPr>
          <a:xfrm>
            <a:off x="5188106" y="3429000"/>
            <a:ext cx="1843545" cy="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40">
            <a:extLst>
              <a:ext uri="{FF2B5EF4-FFF2-40B4-BE49-F238E27FC236}">
                <a16:creationId xmlns:a16="http://schemas.microsoft.com/office/drawing/2014/main" id="{F6DBF064-AB31-41B5-AA26-F1731299F202}"/>
              </a:ext>
            </a:extLst>
          </p:cNvPr>
          <p:cNvSpPr/>
          <p:nvPr/>
        </p:nvSpPr>
        <p:spPr>
          <a:xfrm>
            <a:off x="3077767" y="2000735"/>
            <a:ext cx="3018231" cy="679463"/>
          </a:xfrm>
          <a:prstGeom prst="roundRect">
            <a:avLst/>
          </a:prstGeom>
          <a:solidFill>
            <a:schemeClr val="bg2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24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תת רשת: 192.168.0.1/24 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6" name="Rounded Rectangle 40">
            <a:extLst>
              <a:ext uri="{FF2B5EF4-FFF2-40B4-BE49-F238E27FC236}">
                <a16:creationId xmlns:a16="http://schemas.microsoft.com/office/drawing/2014/main" id="{E73E0DB1-FD41-4EDF-AF9F-45AB10BDA179}"/>
              </a:ext>
            </a:extLst>
          </p:cNvPr>
          <p:cNvSpPr/>
          <p:nvPr/>
        </p:nvSpPr>
        <p:spPr>
          <a:xfrm>
            <a:off x="6177469" y="2000735"/>
            <a:ext cx="3018229" cy="679463"/>
          </a:xfrm>
          <a:prstGeom prst="roundRect">
            <a:avLst/>
          </a:prstGeom>
          <a:solidFill>
            <a:schemeClr val="bg2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24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תת רשת: 192.168.2.1/24 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7" name="Rounded Rectangle 23">
            <a:extLst>
              <a:ext uri="{FF2B5EF4-FFF2-40B4-BE49-F238E27FC236}">
                <a16:creationId xmlns:a16="http://schemas.microsoft.com/office/drawing/2014/main" id="{86E1F9C2-2C58-47D7-A73C-5572AAB2B483}"/>
              </a:ext>
            </a:extLst>
          </p:cNvPr>
          <p:cNvSpPr/>
          <p:nvPr/>
        </p:nvSpPr>
        <p:spPr>
          <a:xfrm>
            <a:off x="296353" y="189621"/>
            <a:ext cx="2390551" cy="679471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1400" b="1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192.168.0.5</a:t>
            </a:r>
            <a:br>
              <a:rPr lang="en-US" sz="1400" b="1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1400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00:02:b3:00:02:b3</a:t>
            </a:r>
          </a:p>
        </p:txBody>
      </p:sp>
      <p:sp>
        <p:nvSpPr>
          <p:cNvPr id="38" name="Rounded Rectangle 23">
            <a:extLst>
              <a:ext uri="{FF2B5EF4-FFF2-40B4-BE49-F238E27FC236}">
                <a16:creationId xmlns:a16="http://schemas.microsoft.com/office/drawing/2014/main" id="{89269335-85A4-4E31-95F6-429E4EA46177}"/>
              </a:ext>
            </a:extLst>
          </p:cNvPr>
          <p:cNvSpPr/>
          <p:nvPr/>
        </p:nvSpPr>
        <p:spPr>
          <a:xfrm>
            <a:off x="346805" y="4173934"/>
            <a:ext cx="2390551" cy="679471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1400" b="1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192.168.0.51</a:t>
            </a:r>
            <a:br>
              <a:rPr lang="en-US" sz="1400" b="1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1400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00:00:0c:00:00:0c</a:t>
            </a:r>
          </a:p>
        </p:txBody>
      </p:sp>
      <p:sp>
        <p:nvSpPr>
          <p:cNvPr id="39" name="Rounded Rectangle 23">
            <a:extLst>
              <a:ext uri="{FF2B5EF4-FFF2-40B4-BE49-F238E27FC236}">
                <a16:creationId xmlns:a16="http://schemas.microsoft.com/office/drawing/2014/main" id="{04C89C47-0A6B-42D7-8C5C-B4747CF90661}"/>
              </a:ext>
            </a:extLst>
          </p:cNvPr>
          <p:cNvSpPr/>
          <p:nvPr/>
        </p:nvSpPr>
        <p:spPr>
          <a:xfrm>
            <a:off x="346804" y="2151291"/>
            <a:ext cx="2390551" cy="679471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1400" b="1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192.168.0.4</a:t>
            </a:r>
            <a:br>
              <a:rPr lang="en-US" sz="1400" b="1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1400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00:00:63:00:00:63</a:t>
            </a:r>
          </a:p>
        </p:txBody>
      </p:sp>
      <p:sp>
        <p:nvSpPr>
          <p:cNvPr id="40" name="Rounded Rectangle 23">
            <a:extLst>
              <a:ext uri="{FF2B5EF4-FFF2-40B4-BE49-F238E27FC236}">
                <a16:creationId xmlns:a16="http://schemas.microsoft.com/office/drawing/2014/main" id="{C58B9C9E-3387-443E-956C-83830ADA2859}"/>
              </a:ext>
            </a:extLst>
          </p:cNvPr>
          <p:cNvSpPr/>
          <p:nvPr/>
        </p:nvSpPr>
        <p:spPr>
          <a:xfrm>
            <a:off x="9516867" y="189621"/>
            <a:ext cx="2390551" cy="679471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1400" b="1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192.168.2.8</a:t>
            </a:r>
            <a:br>
              <a:rPr lang="en-US" sz="1400" b="1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1400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00:0c:6e:00:0c:6e</a:t>
            </a:r>
          </a:p>
        </p:txBody>
      </p:sp>
      <p:sp>
        <p:nvSpPr>
          <p:cNvPr id="41" name="Rounded Rectangle 23">
            <a:extLst>
              <a:ext uri="{FF2B5EF4-FFF2-40B4-BE49-F238E27FC236}">
                <a16:creationId xmlns:a16="http://schemas.microsoft.com/office/drawing/2014/main" id="{EF384F2A-A283-4D65-8BCD-73ED1D7A9723}"/>
              </a:ext>
            </a:extLst>
          </p:cNvPr>
          <p:cNvSpPr/>
          <p:nvPr/>
        </p:nvSpPr>
        <p:spPr>
          <a:xfrm>
            <a:off x="9516866" y="2026447"/>
            <a:ext cx="2390551" cy="679471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1400" b="1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192.168.2.97</a:t>
            </a:r>
            <a:br>
              <a:rPr lang="en-US" sz="1400" b="1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1400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00:22:a1:22:a1:22</a:t>
            </a:r>
          </a:p>
        </p:txBody>
      </p:sp>
      <p:sp>
        <p:nvSpPr>
          <p:cNvPr id="42" name="Rounded Rectangle 23">
            <a:extLst>
              <a:ext uri="{FF2B5EF4-FFF2-40B4-BE49-F238E27FC236}">
                <a16:creationId xmlns:a16="http://schemas.microsoft.com/office/drawing/2014/main" id="{790E2BE9-063E-47D5-AC70-4D43970F3E31}"/>
              </a:ext>
            </a:extLst>
          </p:cNvPr>
          <p:cNvSpPr/>
          <p:nvPr/>
        </p:nvSpPr>
        <p:spPr>
          <a:xfrm>
            <a:off x="9516865" y="3900212"/>
            <a:ext cx="2390551" cy="679471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1400" b="1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192.168.2.7</a:t>
            </a:r>
            <a:br>
              <a:rPr lang="en-US" sz="1400" b="1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1400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00:06:5b:00:06:5b</a:t>
            </a:r>
          </a:p>
        </p:txBody>
      </p:sp>
    </p:spTree>
    <p:extLst>
      <p:ext uri="{BB962C8B-B14F-4D97-AF65-F5344CB8AC3E}">
        <p14:creationId xmlns:p14="http://schemas.microsoft.com/office/powerpoint/2010/main" val="838315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44</Words>
  <Application>Microsoft Office PowerPoint</Application>
  <PresentationFormat>מסך רחב</PresentationFormat>
  <Paragraphs>8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Verdana</vt:lpstr>
      <vt:lpstr>Office Theme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</dc:creator>
  <cp:lastModifiedBy>דניאל זק</cp:lastModifiedBy>
  <cp:revision>10</cp:revision>
  <dcterms:created xsi:type="dcterms:W3CDTF">2016-12-24T19:34:52Z</dcterms:created>
  <dcterms:modified xsi:type="dcterms:W3CDTF">2025-01-14T17:54:17Z</dcterms:modified>
</cp:coreProperties>
</file>